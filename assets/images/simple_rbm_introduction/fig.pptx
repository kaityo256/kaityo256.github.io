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035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92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5175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3" baseType="lpstr"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渡辺 宙志</dc:creator>
  <cp:lastModifiedBy>渡辺 宙志</cp:lastModifiedBy>
  <cp:revision>1</cp:revision>
  <dcterms:created xsi:type="dcterms:W3CDTF">2026-02-10T07:56:31Z</dcterms:created>
  <dcterms:modified xsi:type="dcterms:W3CDTF">2026-02-10T07:57:00Z</dcterms:modified>
</cp:coreProperties>
</file>