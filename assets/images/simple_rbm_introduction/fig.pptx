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2035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292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92AB08B-F0D4-DAF1-34A8-A6DD1B9EA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257" y="1553347"/>
            <a:ext cx="5969000" cy="20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17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空白の紙を持った男性のイラスト">
            <a:extLst>
              <a:ext uri="{FF2B5EF4-FFF2-40B4-BE49-F238E27FC236}">
                <a16:creationId xmlns:a16="http://schemas.microsoft.com/office/drawing/2014/main" id="{0D56BC19-3ADB-6069-7946-C17C5B88A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3807" y="889000"/>
            <a:ext cx="1790700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五感のイラスト（視覚・男性）">
            <a:extLst>
              <a:ext uri="{FF2B5EF4-FFF2-40B4-BE49-F238E27FC236}">
                <a16:creationId xmlns:a16="http://schemas.microsoft.com/office/drawing/2014/main" id="{D1289F40-7B12-36F7-B7ED-F90C2F764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5861" y="1531974"/>
            <a:ext cx="1182739" cy="1433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右矢印 1">
            <a:extLst>
              <a:ext uri="{FF2B5EF4-FFF2-40B4-BE49-F238E27FC236}">
                <a16:creationId xmlns:a16="http://schemas.microsoft.com/office/drawing/2014/main" id="{C6BD87E9-99D8-823E-4F16-21FFB3FC2002}"/>
              </a:ext>
            </a:extLst>
          </p:cNvPr>
          <p:cNvSpPr/>
          <p:nvPr/>
        </p:nvSpPr>
        <p:spPr>
          <a:xfrm>
            <a:off x="5231219" y="2030819"/>
            <a:ext cx="531627" cy="435935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9E735E4-8FE7-B0C2-69D3-D088270AB1A6}"/>
              </a:ext>
            </a:extLst>
          </p:cNvPr>
          <p:cNvSpPr/>
          <p:nvPr/>
        </p:nvSpPr>
        <p:spPr>
          <a:xfrm>
            <a:off x="2296943" y="1770320"/>
            <a:ext cx="1318437" cy="8931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 7">
            <a:extLst>
              <a:ext uri="{FF2B5EF4-FFF2-40B4-BE49-F238E27FC236}">
                <a16:creationId xmlns:a16="http://schemas.microsoft.com/office/drawing/2014/main" id="{A9AB866E-D982-49F3-9725-4E5D1246C181}"/>
              </a:ext>
            </a:extLst>
          </p:cNvPr>
          <p:cNvSpPr/>
          <p:nvPr/>
        </p:nvSpPr>
        <p:spPr>
          <a:xfrm>
            <a:off x="6705302" y="1861288"/>
            <a:ext cx="347710" cy="712381"/>
          </a:xfrm>
          <a:custGeom>
            <a:avLst/>
            <a:gdLst>
              <a:gd name="csX0" fmla="*/ 425303 w 435935"/>
              <a:gd name="csY0" fmla="*/ 350875 h 893135"/>
              <a:gd name="csX1" fmla="*/ 435935 w 435935"/>
              <a:gd name="csY1" fmla="*/ 265814 h 893135"/>
              <a:gd name="csX2" fmla="*/ 425303 w 435935"/>
              <a:gd name="csY2" fmla="*/ 223284 h 893135"/>
              <a:gd name="csX3" fmla="*/ 404037 w 435935"/>
              <a:gd name="csY3" fmla="*/ 127591 h 893135"/>
              <a:gd name="csX4" fmla="*/ 382772 w 435935"/>
              <a:gd name="csY4" fmla="*/ 85061 h 893135"/>
              <a:gd name="csX5" fmla="*/ 361507 w 435935"/>
              <a:gd name="csY5" fmla="*/ 53163 h 893135"/>
              <a:gd name="csX6" fmla="*/ 255182 w 435935"/>
              <a:gd name="csY6" fmla="*/ 0 h 893135"/>
              <a:gd name="csX7" fmla="*/ 159489 w 435935"/>
              <a:gd name="csY7" fmla="*/ 21265 h 893135"/>
              <a:gd name="csX8" fmla="*/ 95693 w 435935"/>
              <a:gd name="csY8" fmla="*/ 53163 h 893135"/>
              <a:gd name="csX9" fmla="*/ 63796 w 435935"/>
              <a:gd name="csY9" fmla="*/ 95693 h 893135"/>
              <a:gd name="csX10" fmla="*/ 31898 w 435935"/>
              <a:gd name="csY10" fmla="*/ 116958 h 893135"/>
              <a:gd name="csX11" fmla="*/ 0 w 435935"/>
              <a:gd name="csY11" fmla="*/ 180754 h 893135"/>
              <a:gd name="csX12" fmla="*/ 10633 w 435935"/>
              <a:gd name="csY12" fmla="*/ 308344 h 893135"/>
              <a:gd name="csX13" fmla="*/ 63796 w 435935"/>
              <a:gd name="csY13" fmla="*/ 404037 h 893135"/>
              <a:gd name="csX14" fmla="*/ 95693 w 435935"/>
              <a:gd name="csY14" fmla="*/ 414670 h 893135"/>
              <a:gd name="csX15" fmla="*/ 223284 w 435935"/>
              <a:gd name="csY15" fmla="*/ 404037 h 893135"/>
              <a:gd name="csX16" fmla="*/ 287079 w 435935"/>
              <a:gd name="csY16" fmla="*/ 382772 h 893135"/>
              <a:gd name="csX17" fmla="*/ 318977 w 435935"/>
              <a:gd name="csY17" fmla="*/ 372140 h 893135"/>
              <a:gd name="csX18" fmla="*/ 350875 w 435935"/>
              <a:gd name="csY18" fmla="*/ 350875 h 893135"/>
              <a:gd name="csX19" fmla="*/ 382772 w 435935"/>
              <a:gd name="csY19" fmla="*/ 340242 h 893135"/>
              <a:gd name="csX20" fmla="*/ 361507 w 435935"/>
              <a:gd name="csY20" fmla="*/ 372140 h 893135"/>
              <a:gd name="csX21" fmla="*/ 308344 w 435935"/>
              <a:gd name="csY21" fmla="*/ 457200 h 893135"/>
              <a:gd name="csX22" fmla="*/ 265814 w 435935"/>
              <a:gd name="csY22" fmla="*/ 499730 h 893135"/>
              <a:gd name="csX23" fmla="*/ 244549 w 435935"/>
              <a:gd name="csY23" fmla="*/ 531628 h 893135"/>
              <a:gd name="csX24" fmla="*/ 212651 w 435935"/>
              <a:gd name="csY24" fmla="*/ 574158 h 893135"/>
              <a:gd name="csX25" fmla="*/ 191386 w 435935"/>
              <a:gd name="csY25" fmla="*/ 616689 h 893135"/>
              <a:gd name="csX26" fmla="*/ 159489 w 435935"/>
              <a:gd name="csY26" fmla="*/ 659219 h 893135"/>
              <a:gd name="csX27" fmla="*/ 106326 w 435935"/>
              <a:gd name="csY27" fmla="*/ 744279 h 893135"/>
              <a:gd name="csX28" fmla="*/ 42530 w 435935"/>
              <a:gd name="csY28" fmla="*/ 839972 h 893135"/>
              <a:gd name="csX29" fmla="*/ 10633 w 435935"/>
              <a:gd name="csY29" fmla="*/ 893135 h 8931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435935" h="893135">
                <a:moveTo>
                  <a:pt x="425303" y="350875"/>
                </a:moveTo>
                <a:cubicBezTo>
                  <a:pt x="428847" y="322521"/>
                  <a:pt x="435935" y="294388"/>
                  <a:pt x="435935" y="265814"/>
                </a:cubicBezTo>
                <a:cubicBezTo>
                  <a:pt x="435935" y="251201"/>
                  <a:pt x="428473" y="237549"/>
                  <a:pt x="425303" y="223284"/>
                </a:cubicBezTo>
                <a:cubicBezTo>
                  <a:pt x="421628" y="206747"/>
                  <a:pt x="411109" y="146451"/>
                  <a:pt x="404037" y="127591"/>
                </a:cubicBezTo>
                <a:cubicBezTo>
                  <a:pt x="398472" y="112750"/>
                  <a:pt x="390636" y="98823"/>
                  <a:pt x="382772" y="85061"/>
                </a:cubicBezTo>
                <a:cubicBezTo>
                  <a:pt x="376432" y="73966"/>
                  <a:pt x="371124" y="61578"/>
                  <a:pt x="361507" y="53163"/>
                </a:cubicBezTo>
                <a:cubicBezTo>
                  <a:pt x="310872" y="8857"/>
                  <a:pt x="308030" y="13213"/>
                  <a:pt x="255182" y="0"/>
                </a:cubicBezTo>
                <a:cubicBezTo>
                  <a:pt x="230684" y="4083"/>
                  <a:pt x="185662" y="8179"/>
                  <a:pt x="159489" y="21265"/>
                </a:cubicBezTo>
                <a:cubicBezTo>
                  <a:pt x="77038" y="62490"/>
                  <a:pt x="175873" y="26435"/>
                  <a:pt x="95693" y="53163"/>
                </a:cubicBezTo>
                <a:cubicBezTo>
                  <a:pt x="85061" y="67340"/>
                  <a:pt x="76326" y="83163"/>
                  <a:pt x="63796" y="95693"/>
                </a:cubicBezTo>
                <a:cubicBezTo>
                  <a:pt x="54760" y="104729"/>
                  <a:pt x="40934" y="107922"/>
                  <a:pt x="31898" y="116958"/>
                </a:cubicBezTo>
                <a:cubicBezTo>
                  <a:pt x="11287" y="137569"/>
                  <a:pt x="8648" y="154812"/>
                  <a:pt x="0" y="180754"/>
                </a:cubicBezTo>
                <a:cubicBezTo>
                  <a:pt x="3544" y="223284"/>
                  <a:pt x="3617" y="266247"/>
                  <a:pt x="10633" y="308344"/>
                </a:cubicBezTo>
                <a:cubicBezTo>
                  <a:pt x="17569" y="349958"/>
                  <a:pt x="28849" y="380739"/>
                  <a:pt x="63796" y="404037"/>
                </a:cubicBezTo>
                <a:cubicBezTo>
                  <a:pt x="73121" y="410254"/>
                  <a:pt x="85061" y="411126"/>
                  <a:pt x="95693" y="414670"/>
                </a:cubicBezTo>
                <a:cubicBezTo>
                  <a:pt x="138223" y="411126"/>
                  <a:pt x="181187" y="411053"/>
                  <a:pt x="223284" y="404037"/>
                </a:cubicBezTo>
                <a:cubicBezTo>
                  <a:pt x="245394" y="400352"/>
                  <a:pt x="265814" y="389860"/>
                  <a:pt x="287079" y="382772"/>
                </a:cubicBezTo>
                <a:lnTo>
                  <a:pt x="318977" y="372140"/>
                </a:lnTo>
                <a:cubicBezTo>
                  <a:pt x="329610" y="365052"/>
                  <a:pt x="339445" y="356590"/>
                  <a:pt x="350875" y="350875"/>
                </a:cubicBezTo>
                <a:cubicBezTo>
                  <a:pt x="360899" y="345863"/>
                  <a:pt x="377760" y="330218"/>
                  <a:pt x="382772" y="340242"/>
                </a:cubicBezTo>
                <a:cubicBezTo>
                  <a:pt x="388487" y="351672"/>
                  <a:pt x="367847" y="361045"/>
                  <a:pt x="361507" y="372140"/>
                </a:cubicBezTo>
                <a:cubicBezTo>
                  <a:pt x="331917" y="423924"/>
                  <a:pt x="350200" y="409365"/>
                  <a:pt x="308344" y="457200"/>
                </a:cubicBezTo>
                <a:cubicBezTo>
                  <a:pt x="295142" y="472288"/>
                  <a:pt x="278862" y="484508"/>
                  <a:pt x="265814" y="499730"/>
                </a:cubicBezTo>
                <a:cubicBezTo>
                  <a:pt x="257498" y="509432"/>
                  <a:pt x="251977" y="521229"/>
                  <a:pt x="244549" y="531628"/>
                </a:cubicBezTo>
                <a:cubicBezTo>
                  <a:pt x="234249" y="546048"/>
                  <a:pt x="222043" y="559131"/>
                  <a:pt x="212651" y="574158"/>
                </a:cubicBezTo>
                <a:cubicBezTo>
                  <a:pt x="204250" y="587599"/>
                  <a:pt x="199787" y="603248"/>
                  <a:pt x="191386" y="616689"/>
                </a:cubicBezTo>
                <a:cubicBezTo>
                  <a:pt x="181994" y="631716"/>
                  <a:pt x="169789" y="644799"/>
                  <a:pt x="159489" y="659219"/>
                </a:cubicBezTo>
                <a:cubicBezTo>
                  <a:pt x="132619" y="696837"/>
                  <a:pt x="135321" y="698714"/>
                  <a:pt x="106326" y="744279"/>
                </a:cubicBezTo>
                <a:cubicBezTo>
                  <a:pt x="106227" y="744435"/>
                  <a:pt x="53214" y="823946"/>
                  <a:pt x="42530" y="839972"/>
                </a:cubicBezTo>
                <a:cubicBezTo>
                  <a:pt x="16872" y="878458"/>
                  <a:pt x="26978" y="860444"/>
                  <a:pt x="10633" y="893135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0DBAA0-66F6-4F2F-CA0B-E15F29D690BC}"/>
              </a:ext>
            </a:extLst>
          </p:cNvPr>
          <p:cNvSpPr txBox="1"/>
          <p:nvPr/>
        </p:nvSpPr>
        <p:spPr>
          <a:xfrm>
            <a:off x="2649827" y="1709055"/>
            <a:ext cx="61266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6000" dirty="0"/>
              <a:t>9</a:t>
            </a:r>
            <a:endParaRPr kumimoji="1" lang="ja-JP" altLang="en-US" sz="6000"/>
          </a:p>
        </p:txBody>
      </p:sp>
    </p:spTree>
    <p:extLst>
      <p:ext uri="{BB962C8B-B14F-4D97-AF65-F5344CB8AC3E}">
        <p14:creationId xmlns:p14="http://schemas.microsoft.com/office/powerpoint/2010/main" val="360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</Words>
  <Application>Microsoft Macintosh PowerPoint</Application>
  <PresentationFormat>ワイド画面</PresentationFormat>
  <Paragraphs>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4" baseType="lpstr"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 宙志</dc:creator>
  <cp:lastModifiedBy>渡辺 宙志</cp:lastModifiedBy>
  <cp:revision>4</cp:revision>
  <dcterms:created xsi:type="dcterms:W3CDTF">2026-02-10T07:56:31Z</dcterms:created>
  <dcterms:modified xsi:type="dcterms:W3CDTF">2026-02-10T08:06:33Z</dcterms:modified>
</cp:coreProperties>
</file>