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1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3181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792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ファイルアイコン（ブランク）">
            <a:extLst>
              <a:ext uri="{FF2B5EF4-FFF2-40B4-BE49-F238E27FC236}">
                <a16:creationId xmlns:a16="http://schemas.microsoft.com/office/drawing/2014/main" id="{4582A5B7-4867-99E7-0129-125F2C096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223" y="2226070"/>
            <a:ext cx="524873" cy="613487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704E827-AF18-6079-96A7-D8A8AFB4BFA3}"/>
              </a:ext>
            </a:extLst>
          </p:cNvPr>
          <p:cNvSpPr txBox="1"/>
          <p:nvPr/>
        </p:nvSpPr>
        <p:spPr>
          <a:xfrm>
            <a:off x="826423" y="2915198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input.yaml</a:t>
            </a:r>
            <a:endParaRPr kumimoji="1" lang="ja-JP" altLang="en-US" sz="12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670D9F0-A07D-117E-55C5-06A677E688F5}"/>
              </a:ext>
            </a:extLst>
          </p:cNvPr>
          <p:cNvSpPr txBox="1"/>
          <p:nvPr/>
        </p:nvSpPr>
        <p:spPr>
          <a:xfrm>
            <a:off x="2431860" y="2915199"/>
            <a:ext cx="1713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generate_inputs.py</a:t>
            </a:r>
            <a:endParaRPr kumimoji="1" lang="ja-JP" altLang="en-US" sz="12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5DD1F7E9-07E4-09D3-C829-60E1F334D0AF}"/>
              </a:ext>
            </a:extLst>
          </p:cNvPr>
          <p:cNvGrpSpPr/>
          <p:nvPr/>
        </p:nvGrpSpPr>
        <p:grpSpPr>
          <a:xfrm>
            <a:off x="2958298" y="2226070"/>
            <a:ext cx="524873" cy="613487"/>
            <a:chOff x="3170953" y="2226070"/>
            <a:chExt cx="524873" cy="613487"/>
          </a:xfrm>
        </p:grpSpPr>
        <p:pic>
          <p:nvPicPr>
            <p:cNvPr id="6" name="図 5" descr="ファイルアイコン（ブランク）">
              <a:extLst>
                <a:ext uri="{FF2B5EF4-FFF2-40B4-BE49-F238E27FC236}">
                  <a16:creationId xmlns:a16="http://schemas.microsoft.com/office/drawing/2014/main" id="{72A26CDB-29AF-8276-7F38-F3D064505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70953" y="2226070"/>
              <a:ext cx="524873" cy="613487"/>
            </a:xfrm>
            <a:prstGeom prst="rect">
              <a:avLst/>
            </a:prstGeom>
          </p:spPr>
        </p:pic>
        <p:pic>
          <p:nvPicPr>
            <p:cNvPr id="8" name="グラフィックス 7" descr="python-plain.svg">
              <a:extLst>
                <a:ext uri="{FF2B5EF4-FFF2-40B4-BE49-F238E27FC236}">
                  <a16:creationId xmlns:a16="http://schemas.microsoft.com/office/drawing/2014/main" id="{DDA9EB6F-2D31-E43B-A901-5AFF682EF4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88828" y="2399055"/>
              <a:ext cx="289121" cy="289121"/>
            </a:xfrm>
            <a:prstGeom prst="rect">
              <a:avLst/>
            </a:prstGeom>
          </p:spPr>
        </p:pic>
      </p:grpSp>
      <p:sp>
        <p:nvSpPr>
          <p:cNvPr id="9" name="右矢印 8">
            <a:extLst>
              <a:ext uri="{FF2B5EF4-FFF2-40B4-BE49-F238E27FC236}">
                <a16:creationId xmlns:a16="http://schemas.microsoft.com/office/drawing/2014/main" id="{B10222B1-8316-30FA-AE6A-A21CE63B019B}"/>
              </a:ext>
            </a:extLst>
          </p:cNvPr>
          <p:cNvSpPr/>
          <p:nvPr/>
        </p:nvSpPr>
        <p:spPr>
          <a:xfrm>
            <a:off x="2107864" y="2377447"/>
            <a:ext cx="627321" cy="31072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B358EAEF-8469-5AA1-3653-14E043CF84CD}"/>
              </a:ext>
            </a:extLst>
          </p:cNvPr>
          <p:cNvGrpSpPr/>
          <p:nvPr/>
        </p:nvGrpSpPr>
        <p:grpSpPr>
          <a:xfrm>
            <a:off x="5937557" y="2174688"/>
            <a:ext cx="1119217" cy="922501"/>
            <a:chOff x="6828660" y="2167082"/>
            <a:chExt cx="1119217" cy="922501"/>
          </a:xfrm>
        </p:grpSpPr>
        <p:pic>
          <p:nvPicPr>
            <p:cNvPr id="12" name="図 11" descr="ファイルアイコン（ブランク）">
              <a:extLst>
                <a:ext uri="{FF2B5EF4-FFF2-40B4-BE49-F238E27FC236}">
                  <a16:creationId xmlns:a16="http://schemas.microsoft.com/office/drawing/2014/main" id="{CCBB16A1-2EAB-77F7-BFA2-7611B8543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91403" y="2167082"/>
              <a:ext cx="524873" cy="613487"/>
            </a:xfrm>
            <a:prstGeom prst="rect">
              <a:avLst/>
            </a:prstGeom>
          </p:spPr>
        </p:pic>
        <p:pic>
          <p:nvPicPr>
            <p:cNvPr id="11" name="グラフィックス 10" descr="cplusplus-plain.svg">
              <a:extLst>
                <a:ext uri="{FF2B5EF4-FFF2-40B4-BE49-F238E27FC236}">
                  <a16:creationId xmlns:a16="http://schemas.microsoft.com/office/drawing/2014/main" id="{F1F37515-311B-6F8A-AD5F-0C62F04801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76630" y="2295815"/>
              <a:ext cx="364472" cy="364472"/>
            </a:xfrm>
            <a:prstGeom prst="rect">
              <a:avLst/>
            </a:prstGeom>
          </p:spPr>
        </p:pic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7E18277E-C2DD-FB37-A13A-9D9589C75E6C}"/>
                </a:ext>
              </a:extLst>
            </p:cNvPr>
            <p:cNvSpPr txBox="1"/>
            <p:nvPr/>
          </p:nvSpPr>
          <p:spPr>
            <a:xfrm>
              <a:off x="6828660" y="2812584"/>
              <a:ext cx="11192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percolation</a:t>
              </a:r>
              <a:endParaRPr kumimoji="1" lang="ja-JP" altLang="en-US" sz="12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pic>
        <p:nvPicPr>
          <p:cNvPr id="14" name="グラフィックス 13" descr="yaml-plain.svg">
            <a:extLst>
              <a:ext uri="{FF2B5EF4-FFF2-40B4-BE49-F238E27FC236}">
                <a16:creationId xmlns:a16="http://schemas.microsoft.com/office/drawing/2014/main" id="{AA4CB638-434E-DDAB-69C8-8A9982CF31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3749" y="2375778"/>
            <a:ext cx="290623" cy="290623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DBDC8D42-F3DE-863A-0DED-DCE6279FABC2}"/>
              </a:ext>
            </a:extLst>
          </p:cNvPr>
          <p:cNvGrpSpPr/>
          <p:nvPr/>
        </p:nvGrpSpPr>
        <p:grpSpPr>
          <a:xfrm>
            <a:off x="4474061" y="1928128"/>
            <a:ext cx="1126163" cy="1476546"/>
            <a:chOff x="4121557" y="3813542"/>
            <a:chExt cx="1587428" cy="2081324"/>
          </a:xfrm>
        </p:grpSpPr>
        <p:pic>
          <p:nvPicPr>
            <p:cNvPr id="22" name="図 21" descr="ファイルアイコン（ブランク）">
              <a:extLst>
                <a:ext uri="{FF2B5EF4-FFF2-40B4-BE49-F238E27FC236}">
                  <a16:creationId xmlns:a16="http://schemas.microsoft.com/office/drawing/2014/main" id="{8CC8C1AD-9922-5334-55BB-0B194C369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31085" y="4751866"/>
              <a:ext cx="977900" cy="1143000"/>
            </a:xfrm>
            <a:prstGeom prst="rect">
              <a:avLst/>
            </a:prstGeom>
          </p:spPr>
        </p:pic>
        <p:pic>
          <p:nvPicPr>
            <p:cNvPr id="23" name="図 22" descr="ファイルアイコン（ブランク）">
              <a:extLst>
                <a:ext uri="{FF2B5EF4-FFF2-40B4-BE49-F238E27FC236}">
                  <a16:creationId xmlns:a16="http://schemas.microsoft.com/office/drawing/2014/main" id="{C5902D0F-F413-DD3B-6C1F-1A4016A1A6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8703" y="4547189"/>
              <a:ext cx="977900" cy="1143000"/>
            </a:xfrm>
            <a:prstGeom prst="rect">
              <a:avLst/>
            </a:prstGeom>
          </p:spPr>
        </p:pic>
        <p:pic>
          <p:nvPicPr>
            <p:cNvPr id="24" name="図 23" descr="ファイルアイコン（ブランク）">
              <a:extLst>
                <a:ext uri="{FF2B5EF4-FFF2-40B4-BE49-F238E27FC236}">
                  <a16:creationId xmlns:a16="http://schemas.microsoft.com/office/drawing/2014/main" id="{38169342-193F-903D-2154-4851CA6E3A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6321" y="4302640"/>
              <a:ext cx="977900" cy="1143000"/>
            </a:xfrm>
            <a:prstGeom prst="rect">
              <a:avLst/>
            </a:prstGeom>
          </p:spPr>
        </p:pic>
        <p:pic>
          <p:nvPicPr>
            <p:cNvPr id="25" name="図 24" descr="ファイルアイコン（ブランク）">
              <a:extLst>
                <a:ext uri="{FF2B5EF4-FFF2-40B4-BE49-F238E27FC236}">
                  <a16:creationId xmlns:a16="http://schemas.microsoft.com/office/drawing/2014/main" id="{AEC16872-F63E-2A0A-0B65-44E9AEA96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73939" y="4058091"/>
              <a:ext cx="977900" cy="1143000"/>
            </a:xfrm>
            <a:prstGeom prst="rect">
              <a:avLst/>
            </a:prstGeom>
          </p:spPr>
        </p:pic>
        <p:pic>
          <p:nvPicPr>
            <p:cNvPr id="26" name="図 25" descr="ファイルアイコン（ブランク）">
              <a:extLst>
                <a:ext uri="{FF2B5EF4-FFF2-40B4-BE49-F238E27FC236}">
                  <a16:creationId xmlns:a16="http://schemas.microsoft.com/office/drawing/2014/main" id="{68812E53-0468-7C96-AB9F-8837921241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21557" y="3813542"/>
              <a:ext cx="977900" cy="1143000"/>
            </a:xfrm>
            <a:prstGeom prst="rect">
              <a:avLst/>
            </a:prstGeom>
          </p:spPr>
        </p:pic>
      </p:grpSp>
      <p:sp>
        <p:nvSpPr>
          <p:cNvPr id="28" name="右矢印 27">
            <a:extLst>
              <a:ext uri="{FF2B5EF4-FFF2-40B4-BE49-F238E27FC236}">
                <a16:creationId xmlns:a16="http://schemas.microsoft.com/office/drawing/2014/main" id="{5C4E78B2-18FF-4F72-FD31-9BED46BB8A6D}"/>
              </a:ext>
            </a:extLst>
          </p:cNvPr>
          <p:cNvSpPr/>
          <p:nvPr/>
        </p:nvSpPr>
        <p:spPr>
          <a:xfrm>
            <a:off x="3825323" y="2394858"/>
            <a:ext cx="627321" cy="31072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右矢印 28">
            <a:extLst>
              <a:ext uri="{FF2B5EF4-FFF2-40B4-BE49-F238E27FC236}">
                <a16:creationId xmlns:a16="http://schemas.microsoft.com/office/drawing/2014/main" id="{867041BE-7AC8-0BA3-0D57-EBFC6D87B479}"/>
              </a:ext>
            </a:extLst>
          </p:cNvPr>
          <p:cNvSpPr/>
          <p:nvPr/>
        </p:nvSpPr>
        <p:spPr>
          <a:xfrm>
            <a:off x="5526888" y="2377446"/>
            <a:ext cx="627321" cy="31072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右矢印 29">
            <a:extLst>
              <a:ext uri="{FF2B5EF4-FFF2-40B4-BE49-F238E27FC236}">
                <a16:creationId xmlns:a16="http://schemas.microsoft.com/office/drawing/2014/main" id="{304FF9F3-1323-7E92-E9B1-898D62A04AAF}"/>
              </a:ext>
            </a:extLst>
          </p:cNvPr>
          <p:cNvSpPr/>
          <p:nvPr/>
        </p:nvSpPr>
        <p:spPr>
          <a:xfrm>
            <a:off x="6791824" y="2369815"/>
            <a:ext cx="627321" cy="31072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E484EB67-D96B-6CFE-F0F6-F55671E8BDCD}"/>
              </a:ext>
            </a:extLst>
          </p:cNvPr>
          <p:cNvGrpSpPr/>
          <p:nvPr/>
        </p:nvGrpSpPr>
        <p:grpSpPr>
          <a:xfrm>
            <a:off x="7502212" y="1805342"/>
            <a:ext cx="1126163" cy="1476546"/>
            <a:chOff x="4121557" y="3813542"/>
            <a:chExt cx="1587428" cy="2081324"/>
          </a:xfrm>
        </p:grpSpPr>
        <p:pic>
          <p:nvPicPr>
            <p:cNvPr id="32" name="図 31" descr="ファイルアイコン（ブランク）">
              <a:extLst>
                <a:ext uri="{FF2B5EF4-FFF2-40B4-BE49-F238E27FC236}">
                  <a16:creationId xmlns:a16="http://schemas.microsoft.com/office/drawing/2014/main" id="{97213611-4650-43FA-2B52-95E0BB76C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31085" y="4751866"/>
              <a:ext cx="977900" cy="1143000"/>
            </a:xfrm>
            <a:prstGeom prst="rect">
              <a:avLst/>
            </a:prstGeom>
          </p:spPr>
        </p:pic>
        <p:pic>
          <p:nvPicPr>
            <p:cNvPr id="33" name="図 32" descr="ファイルアイコン（ブランク）">
              <a:extLst>
                <a:ext uri="{FF2B5EF4-FFF2-40B4-BE49-F238E27FC236}">
                  <a16:creationId xmlns:a16="http://schemas.microsoft.com/office/drawing/2014/main" id="{F6047053-6994-0F5F-6279-F870A99A1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8703" y="4547189"/>
              <a:ext cx="977900" cy="1143000"/>
            </a:xfrm>
            <a:prstGeom prst="rect">
              <a:avLst/>
            </a:prstGeom>
          </p:spPr>
        </p:pic>
        <p:pic>
          <p:nvPicPr>
            <p:cNvPr id="34" name="図 33" descr="ファイルアイコン（ブランク）">
              <a:extLst>
                <a:ext uri="{FF2B5EF4-FFF2-40B4-BE49-F238E27FC236}">
                  <a16:creationId xmlns:a16="http://schemas.microsoft.com/office/drawing/2014/main" id="{C2DE9DE0-96A5-D36A-1918-C3758D00F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6321" y="4302640"/>
              <a:ext cx="977900" cy="1143000"/>
            </a:xfrm>
            <a:prstGeom prst="rect">
              <a:avLst/>
            </a:prstGeom>
          </p:spPr>
        </p:pic>
        <p:pic>
          <p:nvPicPr>
            <p:cNvPr id="35" name="図 34" descr="ファイルアイコン（ブランク）">
              <a:extLst>
                <a:ext uri="{FF2B5EF4-FFF2-40B4-BE49-F238E27FC236}">
                  <a16:creationId xmlns:a16="http://schemas.microsoft.com/office/drawing/2014/main" id="{7C7BD336-A8C4-9CEB-22D0-F20D20BC0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73939" y="4058091"/>
              <a:ext cx="977900" cy="1143000"/>
            </a:xfrm>
            <a:prstGeom prst="rect">
              <a:avLst/>
            </a:prstGeom>
          </p:spPr>
        </p:pic>
        <p:pic>
          <p:nvPicPr>
            <p:cNvPr id="36" name="図 35" descr="ファイルアイコン（ブランク）">
              <a:extLst>
                <a:ext uri="{FF2B5EF4-FFF2-40B4-BE49-F238E27FC236}">
                  <a16:creationId xmlns:a16="http://schemas.microsoft.com/office/drawing/2014/main" id="{FC2C29A9-AB15-B3AE-F3F6-EBEE7D9D5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21557" y="3813542"/>
              <a:ext cx="977900" cy="1143000"/>
            </a:xfrm>
            <a:prstGeom prst="rect">
              <a:avLst/>
            </a:prstGeom>
          </p:spPr>
        </p:pic>
      </p:grp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0EE0067-2527-B97D-0D25-C53587FD2165}"/>
              </a:ext>
            </a:extLst>
          </p:cNvPr>
          <p:cNvSpPr txBox="1"/>
          <p:nvPr/>
        </p:nvSpPr>
        <p:spPr>
          <a:xfrm>
            <a:off x="2626205" y="5141402"/>
            <a:ext cx="1713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analyze_results.py</a:t>
            </a:r>
            <a:endParaRPr kumimoji="1" lang="ja-JP" altLang="en-US" sz="12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982E26A3-BECD-0D52-3F29-1D02F4280052}"/>
              </a:ext>
            </a:extLst>
          </p:cNvPr>
          <p:cNvGrpSpPr/>
          <p:nvPr/>
        </p:nvGrpSpPr>
        <p:grpSpPr>
          <a:xfrm>
            <a:off x="3170951" y="4502628"/>
            <a:ext cx="524873" cy="613487"/>
            <a:chOff x="8411636" y="2227261"/>
            <a:chExt cx="524873" cy="613487"/>
          </a:xfrm>
        </p:grpSpPr>
        <p:pic>
          <p:nvPicPr>
            <p:cNvPr id="38" name="図 37" descr="ファイルアイコン（ブランク）">
              <a:extLst>
                <a:ext uri="{FF2B5EF4-FFF2-40B4-BE49-F238E27FC236}">
                  <a16:creationId xmlns:a16="http://schemas.microsoft.com/office/drawing/2014/main" id="{B0D121F3-544F-4EFE-1F95-B4A775B9C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11636" y="2227261"/>
              <a:ext cx="524873" cy="613487"/>
            </a:xfrm>
            <a:prstGeom prst="rect">
              <a:avLst/>
            </a:prstGeom>
          </p:spPr>
        </p:pic>
        <p:pic>
          <p:nvPicPr>
            <p:cNvPr id="39" name="グラフィックス 38" descr="python-plain.svg">
              <a:extLst>
                <a:ext uri="{FF2B5EF4-FFF2-40B4-BE49-F238E27FC236}">
                  <a16:creationId xmlns:a16="http://schemas.microsoft.com/office/drawing/2014/main" id="{3F2F6F2E-C1D6-18D6-2C0B-9DE4FE44E0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29511" y="2400246"/>
              <a:ext cx="289121" cy="289121"/>
            </a:xfrm>
            <a:prstGeom prst="rect">
              <a:avLst/>
            </a:prstGeom>
          </p:spPr>
        </p:pic>
      </p:grpSp>
      <p:pic>
        <p:nvPicPr>
          <p:cNvPr id="42" name="図 41" descr="ファイルアイコン（ブランク）">
            <a:extLst>
              <a:ext uri="{FF2B5EF4-FFF2-40B4-BE49-F238E27FC236}">
                <a16:creationId xmlns:a16="http://schemas.microsoft.com/office/drawing/2014/main" id="{CBF091BC-3BEF-92BE-7E28-5B1EFE618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884" y="4528810"/>
            <a:ext cx="524873" cy="613487"/>
          </a:xfrm>
          <a:prstGeom prst="rect">
            <a:avLst/>
          </a:prstGeom>
        </p:spPr>
      </p:pic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681790AF-7D03-680B-8624-53E3D4F3E468}"/>
              </a:ext>
            </a:extLst>
          </p:cNvPr>
          <p:cNvSpPr txBox="1"/>
          <p:nvPr/>
        </p:nvSpPr>
        <p:spPr>
          <a:xfrm>
            <a:off x="892530" y="5183597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input.yaml</a:t>
            </a:r>
            <a:endParaRPr kumimoji="1" lang="ja-JP" altLang="en-US" sz="12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4" name="右矢印 43">
            <a:extLst>
              <a:ext uri="{FF2B5EF4-FFF2-40B4-BE49-F238E27FC236}">
                <a16:creationId xmlns:a16="http://schemas.microsoft.com/office/drawing/2014/main" id="{2FF1C5C2-7116-2EC0-315D-D5619F604A72}"/>
              </a:ext>
            </a:extLst>
          </p:cNvPr>
          <p:cNvSpPr/>
          <p:nvPr/>
        </p:nvSpPr>
        <p:spPr>
          <a:xfrm>
            <a:off x="2130525" y="4680187"/>
            <a:ext cx="627321" cy="31072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5" name="グラフィックス 44" descr="yaml-plain.svg">
            <a:extLst>
              <a:ext uri="{FF2B5EF4-FFF2-40B4-BE49-F238E27FC236}">
                <a16:creationId xmlns:a16="http://schemas.microsoft.com/office/drawing/2014/main" id="{51AC98C1-17F5-F323-1334-B92AF2175B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6410" y="4678518"/>
            <a:ext cx="290623" cy="290623"/>
          </a:xfrm>
          <a:prstGeom prst="rect">
            <a:avLst/>
          </a:prstGeom>
        </p:spPr>
      </p:pic>
      <p:cxnSp>
        <p:nvCxnSpPr>
          <p:cNvPr id="47" name="カギ線コネクタ 46">
            <a:extLst>
              <a:ext uri="{FF2B5EF4-FFF2-40B4-BE49-F238E27FC236}">
                <a16:creationId xmlns:a16="http://schemas.microsoft.com/office/drawing/2014/main" id="{40F7F318-F836-DD5E-3F49-BDF15B93FAAE}"/>
              </a:ext>
            </a:extLst>
          </p:cNvPr>
          <p:cNvCxnSpPr>
            <a:stCxn id="32" idx="2"/>
            <a:endCxn id="38" idx="0"/>
          </p:cNvCxnSpPr>
          <p:nvPr/>
        </p:nvCxnSpPr>
        <p:spPr>
          <a:xfrm rot="5400000">
            <a:off x="5247075" y="1468202"/>
            <a:ext cx="1220740" cy="484811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右矢印 47">
            <a:extLst>
              <a:ext uri="{FF2B5EF4-FFF2-40B4-BE49-F238E27FC236}">
                <a16:creationId xmlns:a16="http://schemas.microsoft.com/office/drawing/2014/main" id="{75DFE56D-B614-BEF8-93A6-E8F8891B0700}"/>
              </a:ext>
            </a:extLst>
          </p:cNvPr>
          <p:cNvSpPr/>
          <p:nvPr/>
        </p:nvSpPr>
        <p:spPr>
          <a:xfrm>
            <a:off x="4060002" y="4675613"/>
            <a:ext cx="627321" cy="31072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36CC5AE2-C9B5-9547-F0A2-ED2CC4BA3337}"/>
              </a:ext>
            </a:extLst>
          </p:cNvPr>
          <p:cNvSpPr txBox="1"/>
          <p:nvPr/>
        </p:nvSpPr>
        <p:spPr>
          <a:xfrm>
            <a:off x="653620" y="1428446"/>
            <a:ext cx="14542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/>
              <a:t>ワークフロー全体の</a:t>
            </a:r>
            <a:endParaRPr kumimoji="1" lang="en-US" altLang="ja-JP" sz="1100" dirty="0"/>
          </a:p>
          <a:p>
            <a:r>
              <a:rPr kumimoji="1" lang="ja-JP" altLang="en-US" sz="1100"/>
              <a:t>インプットファイル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CC1204B0-31F2-A5B2-AC97-85F8751045CD}"/>
              </a:ext>
            </a:extLst>
          </p:cNvPr>
          <p:cNvSpPr txBox="1"/>
          <p:nvPr/>
        </p:nvSpPr>
        <p:spPr>
          <a:xfrm>
            <a:off x="2683809" y="1439599"/>
            <a:ext cx="14542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/>
              <a:t>インプットファイル</a:t>
            </a:r>
            <a:endParaRPr kumimoji="1" lang="en-US" altLang="ja-JP" sz="1100" dirty="0"/>
          </a:p>
          <a:p>
            <a:r>
              <a:rPr kumimoji="1" lang="ja-JP" altLang="en-US" sz="1100"/>
              <a:t>生成スクリプト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9028CDA5-E310-B5C9-8635-636E4453D76B}"/>
              </a:ext>
            </a:extLst>
          </p:cNvPr>
          <p:cNvSpPr txBox="1"/>
          <p:nvPr/>
        </p:nvSpPr>
        <p:spPr>
          <a:xfrm>
            <a:off x="4193904" y="1428446"/>
            <a:ext cx="1454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/>
              <a:t>インプットファイル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91061B55-56DB-CF3E-DD1C-6DB69C5EF577}"/>
              </a:ext>
            </a:extLst>
          </p:cNvPr>
          <p:cNvSpPr txBox="1"/>
          <p:nvPr/>
        </p:nvSpPr>
        <p:spPr>
          <a:xfrm>
            <a:off x="5964047" y="1428446"/>
            <a:ext cx="10310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/>
              <a:t>計算エンジン</a:t>
            </a: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A0FD8B38-7FCB-36CB-B307-951842A8258A}"/>
              </a:ext>
            </a:extLst>
          </p:cNvPr>
          <p:cNvSpPr txBox="1"/>
          <p:nvPr/>
        </p:nvSpPr>
        <p:spPr>
          <a:xfrm>
            <a:off x="7310997" y="1428446"/>
            <a:ext cx="10310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/>
              <a:t>計算結果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FD9CB711-41F5-B9CF-6995-C6DE573F034D}"/>
              </a:ext>
            </a:extLst>
          </p:cNvPr>
          <p:cNvSpPr txBox="1"/>
          <p:nvPr/>
        </p:nvSpPr>
        <p:spPr>
          <a:xfrm>
            <a:off x="2779236" y="5443688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/>
              <a:t>解析スクリプト</a:t>
            </a:r>
          </a:p>
        </p:txBody>
      </p:sp>
      <p:pic>
        <p:nvPicPr>
          <p:cNvPr id="57" name="図 56" descr="折れ線グラフのイラスト">
            <a:extLst>
              <a:ext uri="{FF2B5EF4-FFF2-40B4-BE49-F238E27FC236}">
                <a16:creationId xmlns:a16="http://schemas.microsoft.com/office/drawing/2014/main" id="{FA999959-270D-2099-55D3-9721EF57B2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2549" y="4216115"/>
            <a:ext cx="1239141" cy="1239141"/>
          </a:xfrm>
          <a:prstGeom prst="rect">
            <a:avLst/>
          </a:prstGeom>
        </p:spPr>
      </p:pic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31E8C183-5631-D8B1-3526-CCC433ADE38F}"/>
              </a:ext>
            </a:extLst>
          </p:cNvPr>
          <p:cNvSpPr txBox="1"/>
          <p:nvPr/>
        </p:nvSpPr>
        <p:spPr>
          <a:xfrm>
            <a:off x="4866956" y="5355493"/>
            <a:ext cx="13131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/>
              <a:t>解析結果のグラフ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E2E02BE2-AAD8-B322-5252-39FAE09EF7AB}"/>
              </a:ext>
            </a:extLst>
          </p:cNvPr>
          <p:cNvSpPr txBox="1"/>
          <p:nvPr/>
        </p:nvSpPr>
        <p:spPr>
          <a:xfrm>
            <a:off x="705198" y="3896659"/>
            <a:ext cx="14542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/>
              <a:t>ワークフロー全体の</a:t>
            </a:r>
            <a:endParaRPr kumimoji="1" lang="en-US" altLang="ja-JP" sz="1100" dirty="0"/>
          </a:p>
          <a:p>
            <a:r>
              <a:rPr kumimoji="1" lang="ja-JP" altLang="en-US" sz="1100"/>
              <a:t>インプットファイル</a:t>
            </a:r>
          </a:p>
        </p:txBody>
      </p:sp>
    </p:spTree>
    <p:extLst>
      <p:ext uri="{BB962C8B-B14F-4D97-AF65-F5344CB8AC3E}">
        <p14:creationId xmlns:p14="http://schemas.microsoft.com/office/powerpoint/2010/main" val="800671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39</Words>
  <Application>Microsoft Macintosh PowerPoint</Application>
  <PresentationFormat>画面に合わせる (4:3)</PresentationFormat>
  <Paragraphs>16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Consolas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渡辺 宙志</dc:creator>
  <cp:lastModifiedBy>渡辺 宙志</cp:lastModifiedBy>
  <cp:revision>7</cp:revision>
  <dcterms:created xsi:type="dcterms:W3CDTF">2026-07-15T07:01:58Z</dcterms:created>
  <dcterms:modified xsi:type="dcterms:W3CDTF">2026-07-15T07:16:41Z</dcterms:modified>
</cp:coreProperties>
</file>